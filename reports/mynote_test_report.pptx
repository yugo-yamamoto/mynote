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mynote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0DBF5"/>
                </a:solidFill>
              </a:rPr>
              <a:t>キー操作テスト 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CFE8"/>
                </a:solidFill>
              </a:rPr>
              <a:t>15 passed  /  0 failed  /  15 total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テスト結果サマリ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338560" cy="347472"/>
          </a:xfrm>
          <a:prstGeom prst="rect">
            <a:avLst/>
          </a:prstGeom>
          <a:solidFill>
            <a:srgbClr val="D8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53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7FC0"/>
                </a:solidFill>
              </a:rPr>
              <a:t>テスト名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1353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7FC0"/>
                </a:solidFill>
              </a:rPr>
              <a:t>キー操作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1353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7FC0"/>
                </a:solidFill>
              </a:rPr>
              <a:t>期待動作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1353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7FC0"/>
                </a:solidFill>
              </a:rPr>
              <a:t>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44752"/>
            <a:ext cx="11338560" cy="237744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5745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7FC0"/>
                </a:solidFill>
              </a:rPr>
              <a:t>閲覧モード 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0789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j キーで次の段落に移動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0789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70789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閲覧モードで j を押すと、フォーカスが次の段落へ移動します。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720596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8672" y="173329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5478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k キーで前の段落に戻る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95478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5478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閲覧モードで k を押すと、フォーカスが前の段落へ移動します。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967484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1980184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20167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ArrowDown で次の段落に移動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20167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201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↓ キーで次の段落にフォーカスが移動します。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2214372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2227072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485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ArrowUp で前の段落に戻る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44856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44856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↑ キーで前の段落にフォーカスが移動します。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2461260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247396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670048"/>
            <a:ext cx="11338560" cy="237744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8274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7FC0"/>
                </a:solidFill>
              </a:rPr>
              <a:t>編集モード 移行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93319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Enter で編集モードに入る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933192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93319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フォーカスした段落で Enter を押すと編集モードになります。テキスト…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2945892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8672" y="2958592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18008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Escape で閲覧モードに戻る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18008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Escape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18008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編集中に Escape を押すと閲覧モードに戻ります。フォーカスはその段…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3192780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48672" y="320548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42696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ダブルクリックで編集モードに入る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342696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ダブルクリック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42696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段落をダブルクリックしても編集モードに入れます。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21240" y="3439668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48672" y="3452368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648456"/>
            <a:ext cx="11338560" cy="237744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66115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7FC0"/>
                </a:solidFill>
              </a:rPr>
              <a:t>編集モード中のキー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91160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編集中 Enter で次の段落に移動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391160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Enter（編集中）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391160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編集モード中に Enter を押すと編集を終了し、次の段落にフォーカスが…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21240" y="3924300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393700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15848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最終段落で Enter すると新段落を追加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415848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Enter（最終段落）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415848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最終段落で編集中に Enter を押すと、新しい空の段落が末尾に追加され…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21240" y="4171188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48672" y="4183888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40537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空段落で Backspace すると段落を削除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440537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Backspace（空）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440537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編集モードでテキストが空の状態で Backspace を押すと、段落が削…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4418076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48672" y="443077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626864"/>
            <a:ext cx="11338560" cy="237744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639564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7FC0"/>
                </a:solidFill>
              </a:rPr>
              <a:t>段落の削除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89000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閲覧モードで Delete キーで段落を削除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489000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Delete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9440" y="48900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閲覧モードでフォーカスした段落に Delete を押すと段落が削除されま…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21240" y="4902708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48672" y="4915408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111496"/>
            <a:ext cx="11338560" cy="237744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124196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7FC0"/>
                </a:solidFill>
              </a:rPr>
              <a:t>段落の移動・複製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53746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Alt+↓ で段落を下に移動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5374640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Alt+↓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537464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Alt+↓ を押すと、フォーカス中の段落が一つ下に移動します（VSCod…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21240" y="5387340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48672" y="5400040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6215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Alt+↑ で段落を上に移動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5621528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Alt+↑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56215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Alt+↑ を押すと、フォーカス中の段落が一つ上に移動します（VSCod…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921240" y="5634228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48672" y="5646928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86841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Shift+Alt+↓ で段落を下に複製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06240" y="5868416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Shift+Alt+↓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49440" y="586841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Shift+Alt+↓ を押すと、フォーカス中の段落を複製して直下に挿入…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21240" y="5881116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48672" y="5893816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11530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Shift+Alt+↑ で段落を上に複製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06240" y="6115304"/>
            <a:ext cx="2560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C2C"/>
                </a:solidFill>
              </a:rPr>
              <a:t>Shift+Alt+↑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611530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</a:rPr>
              <a:t>Shift+Alt+↑ を押すと、フォーカス中の段落を複製して直上に挿入…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21240" y="6128004"/>
            <a:ext cx="1097280" cy="196088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48672" y="6140704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✓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#01  閲覧モード 移動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 キーで次の段落に移動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閲覧モードで j を押すと、フォーカスが次の段落へ移動します。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次段落 (index=1) にフォーカスが移動する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#02  閲覧モード 移動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 キーで前の段落に戻る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閲覧モードで k を押すと、フォーカスが前の段落へ移動します。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前段落 (index=0) にフォーカスが戻る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#03  閲覧モード 移動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ArrowDown で次の段落に移動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3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↓ キーで次の段落にフォーカスが移動します。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次段落 (index=1) にフォーカスが移動する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#04  閲覧モード 移動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ArrowUp で前の段落に戻る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4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↑ キーで前の段落にフォーカスが移動します。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前段落 (index=0) にフォーカスが戻る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#05  編集モード 移行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Enter で編集モードに入る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5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フォーカスした段落で Enter を押すと編集モードになります。テキストが入力可能になり、段落の枠が紫色に変わります。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contenteditable = true になる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#06  編集モード 移行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Escape で閲覧モードに戻る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6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Escape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編集中に Escape を押すと閲覧モードに戻ります。フォーカスはその段落に留まります。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contenteditable = false 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#07  編集モード 移行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ダブルクリックで編集モードに入る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7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ダブルクリック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段落をダブルクリックしても編集モードに入れます。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contenteditable = true 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#08  編集モード中のキー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編集中 Enter で次の段落に移動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8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Enter（編集中）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編集モード中に Enter を押すと編集を終了し、次の段落にフォーカスが移動します。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フォーカスが index=1 の段落に移動する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#09  編集モード中のキー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最終段落で Enter すると新段落を追加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09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Enter（最終段落）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最終段落で編集中に Enter を押すと、新しい空の段落が末尾に追加され、そこに編集フォーカスが移ります。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段落数が 1 増加する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#10  編集モード中のキー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空段落で Backspace すると段落を削除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0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Backspace（空）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編集モードでテキストが空の状態で Backspace を押すと、段落が削除されます。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段落数が 1 減少する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#11  段落の削除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閲覧モードで Delete キーで段落を削除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1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閲覧モードでフォーカスした段落に Delete を押すと段落が削除されます。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段落数が 1 減少する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#12  段落の移動・複製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Alt+↓ で段落を下に移動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Alt+↓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Alt+↓ を押すと、フォーカス中の段落が一つ下に移動します（VSCode 互換）。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段落の順序が入れ替わる（下に移動）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#13  段落の移動・複製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Alt+↑ で段落を上に移動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3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Alt+↑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Alt+↑ を押すと、フォーカス中の段落が一つ上に移動します（VSCode 互換）。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段落の順序が入れ替わる（上に移動）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#14  段落の移動・複製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Shift+Alt+↓ で段落を下に複製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4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Shift+Alt+↓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Shift+Alt+↓ を押すと、フォーカス中の段落を複製して直下に挿入します（VSCode 互換）。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段落数が 1 増加し、直下に同じテキストが複製される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7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CFE8"/>
                </a:solidFill>
              </a:rPr>
              <a:t>#15  段落の移動・複製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Shift+Alt+↑ で段落を上に複製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0" y="256032"/>
            <a:ext cx="1554480" cy="438912"/>
          </a:xfrm>
          <a:prstGeom prst="rect">
            <a:avLst/>
          </a:prstGeom>
          <a:solidFill>
            <a:srgbClr val="2EA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87000" y="29260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 PASS</a:t>
            </a:r>
          </a:p>
        </p:txBody>
      </p:sp>
      <p:pic>
        <p:nvPicPr>
          <p:cNvPr id="8" name="Picture 7" descr="15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132320" cy="4800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1051560"/>
            <a:ext cx="42062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操作キー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508760"/>
            <a:ext cx="3657600" cy="475488"/>
          </a:xfrm>
          <a:prstGeom prst="rect">
            <a:avLst/>
          </a:prstGeom>
          <a:solidFill>
            <a:srgbClr val="ED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3619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</a:rPr>
              <a:t>Shift+Alt+↑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テストの説明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50592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Shift+Alt+↑ を押すと、フォーカス中の段落を複製して直上に挿入します（VSCode 互換）。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7FC0"/>
                </a:solidFill>
              </a:rPr>
              <a:t>期待値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2C2C"/>
                </a:solidFill>
              </a:rPr>
              <a:t>段落数が 1 増加し、直上に同じテキストが複製される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